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52"/>
    <p:restoredTop sz="94694"/>
  </p:normalViewPr>
  <p:slideViewPr>
    <p:cSldViewPr snapToGrid="0">
      <p:cViewPr varScale="1">
        <p:scale>
          <a:sx n="88" d="100"/>
          <a:sy n="88" d="100"/>
        </p:scale>
        <p:origin x="184" y="8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23DDC0-184D-1A90-EDED-F6C70700CE8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A974376-778C-E75A-9399-93D46E7CDC1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E7954E-AF1E-70AE-5568-EC724E36F6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42647-4F85-9B49-A906-67AD28E3E41D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8266EE-765E-259B-B587-AE8EE26B46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2AA5FC-267A-78C6-CB62-016BB79EE0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C26E63-3669-CA4C-8050-D5EF9301B5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87621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AB24C4-B220-DAF8-E369-3E54504F07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2C7B0F-E539-D0E8-727F-BDBAB6FE91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643802B-D0EA-125D-6132-FB2B1162CD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42647-4F85-9B49-A906-67AD28E3E41D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15D84F-9EA0-4622-321C-3E3C6E4813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F0528E-D9E0-AD48-F3E7-9B9C4FAAFD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C26E63-3669-CA4C-8050-D5EF9301B5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74559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0E6BD6-9513-D7C9-78C5-F25DA0340F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BBF915-F4AD-8FD6-2AA0-2145283DB50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98C305-B578-D61F-4C84-132CD5A797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42647-4F85-9B49-A906-67AD28E3E41D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0F3AE5-A284-ABAD-5233-60A7F91E50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120B06-0DF7-7213-FC45-89C2C3CA4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C26E63-3669-CA4C-8050-D5EF9301B5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55008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C4D1C6-2DF3-35B7-BDA2-CA8B24C2BF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85F9E7-80D6-B97C-68D2-7E6FAD9A4C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5BC669-1B0D-FBD2-E718-09C9E640873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DE39924-8C55-DBF6-40C2-28AD2DA246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42647-4F85-9B49-A906-67AD28E3E41D}" type="datetimeFigureOut">
              <a:rPr lang="en-US" smtClean="0"/>
              <a:t>4/22/26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912C91-0C44-9165-EAB6-0AD437BBC2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7F44AF-161A-68F6-C106-304EDD522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C26E63-3669-CA4C-8050-D5EF9301B5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9024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3C6DFE-E469-0EEB-9521-A2464ABDF0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FBFFD8-9A56-F4F6-10A0-20FD90B4FF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3FA834F-7DE3-73FE-F277-E616F2020A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076E09D-DDD5-6ECD-9CB3-8292E570F83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987D25A-D987-4B92-0541-8D366CE03BB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9FCC8AC-ECC6-95C1-012B-0184AF2CA0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42647-4F85-9B49-A906-67AD28E3E41D}" type="datetimeFigureOut">
              <a:rPr lang="en-US" smtClean="0"/>
              <a:t>4/22/26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92421-EB15-6289-669B-DE8BFF5E3B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539A95C-20F0-3DC4-7874-F55265F5CD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C26E63-3669-CA4C-8050-D5EF9301B5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82911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219C9-D66D-D350-F98A-660AAB2F63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8536000-269E-28FC-84F8-AAE54D0F8C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42647-4F85-9B49-A906-67AD28E3E41D}" type="datetimeFigureOut">
              <a:rPr lang="en-US" smtClean="0"/>
              <a:t>4/22/26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19A7254-46C4-FDC9-8101-B528CE566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4F50ADF-348A-6C72-77A5-67D5F969B4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C26E63-3669-CA4C-8050-D5EF9301B5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40301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0B8FCEF-53E6-09B4-5EA5-9B8AC18A5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42647-4F85-9B49-A906-67AD28E3E41D}" type="datetimeFigureOut">
              <a:rPr lang="en-US" smtClean="0"/>
              <a:t>4/22/26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16FE49A-07B1-909F-9A8B-9BC02D2ACA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E5A0A6-4A74-D3C7-0346-89BE69C659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C26E63-3669-CA4C-8050-D5EF9301B5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13195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CDCFD8-AE21-B7F8-FF51-A751FEA575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5D158A-EA28-4CD3-40B7-82833B5568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4849738-7FD0-D6D9-EB88-BC667C6E11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139ED3-8E30-8DC5-D784-AA20E56298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42647-4F85-9B49-A906-67AD28E3E41D}" type="datetimeFigureOut">
              <a:rPr lang="en-US" smtClean="0"/>
              <a:t>4/22/26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F662E4B-33FA-BB06-433F-7D1013313C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885D9A0-9A00-8574-9E0A-8033360EE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C26E63-3669-CA4C-8050-D5EF9301B5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09192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4102EE-3DBE-DC38-EBA2-F9728689A9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CC77CD9-B2EF-BB0D-493A-6A5C9A1FB0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05441A7-13B0-5DF6-2829-F3A015C2F6E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CEF878-F3EB-40DB-B090-613FA67D1B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42647-4F85-9B49-A906-67AD28E3E41D}" type="datetimeFigureOut">
              <a:rPr lang="en-US" smtClean="0"/>
              <a:t>4/22/26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69DFBE-E983-504A-A815-5C3151B9B3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EBE96E1-FCE4-61D0-6A79-6140E54ECC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C26E63-3669-CA4C-8050-D5EF9301B5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70484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59213F-BA55-E87D-0CC0-582C25B7E5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E3BE83D-79E1-83F0-2254-D8E272F77B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1C92A6-6501-9E7C-64FF-EF7574854A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42647-4F85-9B49-A906-67AD28E3E41D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E662BB-C77D-9F99-2D9B-910EB92BE2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3F41F73-B54F-CC93-CD0B-DF1F029925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C26E63-3669-CA4C-8050-D5EF9301B5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97589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683EFAB-4F8E-B6F6-80A0-F0152115CCF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C594732-9A1D-5D9A-1BBF-2552FE659D8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DDE52B-ADC6-2945-932A-8AC66E0945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042647-4F85-9B49-A906-67AD28E3E41D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D1C067-5FE3-A7E7-FF70-90B928FD4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1221F7-EB86-276B-7514-7DBAE1A4F4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C26E63-3669-CA4C-8050-D5EF9301B5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48564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303D16B-DCE0-CD06-BB29-B00E44D0FD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DA70D2-E6B2-0AE6-C767-C9BB9DE4CA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72D1FE-A6A0-19B5-D07E-7DA3CF51F4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0042647-4F85-9B49-A906-67AD28E3E41D}" type="datetimeFigureOut">
              <a:rPr lang="en-US" smtClean="0"/>
              <a:t>4/22/26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506EFC-5927-CFCB-31BE-4DEA5A654B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FD5AFD-C636-6214-FDDD-3A51F12B079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C26E63-3669-CA4C-8050-D5EF9301B5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04511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06836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101E74-77EE-E2B4-92D9-576F6C584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302322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521C4-58FD-4441-A521-E7BFF84A78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5E705368-2371-E649-B1BC-29FE310AB9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09800" y="1572373"/>
            <a:ext cx="7772400" cy="37132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69549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0D42C3-5939-4D2D-5AF2-90400E212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425611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F87219-D3AD-16E6-36E0-6B5414A28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4110508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87C985-667C-1FDC-A85F-9360DEEF1E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748577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9F73BF-45E9-C55E-9904-BDF1C21F31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358837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9CAADE-0919-19A0-AAF5-FB01A45237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607887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8F23A-D6C9-B974-5B29-14986B854C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691368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5B03D0-4356-2EC2-0CF0-E414EB038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03436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6334A-86B3-22A1-AE7D-C7360DB71C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715824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501AEF-A371-E722-25E7-03798061E9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145951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Widescreen</PresentationFormat>
  <Paragraphs>0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Rudolf Groetz</dc:creator>
  <cp:lastModifiedBy>Rudolf Groetz</cp:lastModifiedBy>
  <cp:revision>1</cp:revision>
  <dcterms:created xsi:type="dcterms:W3CDTF">2026-04-22T08:13:48Z</dcterms:created>
  <dcterms:modified xsi:type="dcterms:W3CDTF">2026-04-22T08:15:27Z</dcterms:modified>
</cp:coreProperties>
</file>