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57" r:id="rId9"/>
    <p:sldId id="259" r:id="rId10"/>
    <p:sldId id="258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9"/>
    <p:restoredTop sz="94706"/>
  </p:normalViewPr>
  <p:slideViewPr>
    <p:cSldViewPr snapToGrid="0">
      <p:cViewPr varScale="1">
        <p:scale>
          <a:sx n="83" d="100"/>
          <a:sy n="83" d="100"/>
        </p:scale>
        <p:origin x="20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DDC0-184D-1A90-EDED-F6C70700C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74376-778C-E75A-9399-93D46E7CDC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7954E-AF1E-70AE-5568-EC724E36F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647-4F85-9B49-A906-67AD28E3E41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266EE-765E-259B-B587-AE8EE26B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AA5FC-267A-78C6-CB62-016BB79E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6E63-3669-CA4C-8050-D5EF9301B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62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B24C4-B220-DAF8-E369-3E54504F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C7B0F-E539-D0E8-727F-BDBAB6FE9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3802B-D0EA-125D-6132-FB2B1162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647-4F85-9B49-A906-67AD28E3E41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5D84F-9EA0-4622-321C-3E3C6E481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0528E-D9E0-AD48-F3E7-9B9C4FAA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6E63-3669-CA4C-8050-D5EF9301B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45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E6BD6-9513-D7C9-78C5-F25DA0340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BF915-F4AD-8FD6-2AA0-2145283DB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C305-B578-D61F-4C84-132CD5A7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647-4F85-9B49-A906-67AD28E3E41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F3AE5-A284-ABAD-5233-60A7F91E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20B06-0DF7-7213-FC45-89C2C3CA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6E63-3669-CA4C-8050-D5EF9301B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0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D1C6-2DF3-35B7-BDA2-CA8B24C2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5F9E7-80D6-B97C-68D2-7E6FAD9A4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BC669-1B0D-FBD2-E718-09C9E6408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39924-8C55-DBF6-40C2-28AD2DA24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647-4F85-9B49-A906-67AD28E3E41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12C91-0C44-9165-EAB6-0AD437BBC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F44AF-161A-68F6-C106-304EDD52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6E63-3669-CA4C-8050-D5EF9301B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02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6DFE-E469-0EEB-9521-A2464ABDF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BFFD8-9A56-F4F6-10A0-20FD90B4F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A834F-7DE3-73FE-F277-E616F2020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76E09D-DDD5-6ECD-9CB3-8292E570F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87D25A-D987-4B92-0541-8D366CE03B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FCC8AC-ECC6-95C1-012B-0184AF2CA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647-4F85-9B49-A906-67AD28E3E41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92421-EB15-6289-669B-DE8BFF5E3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39A95C-20F0-3DC4-7874-F55265F5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6E63-3669-CA4C-8050-D5EF9301B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91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19C9-D66D-D350-F98A-660AAB2F6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36000-269E-28FC-84F8-AAE54D0F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647-4F85-9B49-A906-67AD28E3E41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9A7254-46C4-FDC9-8101-B528CE566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F50ADF-348A-6C72-77A5-67D5F969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6E63-3669-CA4C-8050-D5EF9301B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030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8FCEF-53E6-09B4-5EA5-9B8AC18A5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647-4F85-9B49-A906-67AD28E3E41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FE49A-07B1-909F-9A8B-9BC02D2A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5A0A6-4A74-D3C7-0346-89BE69C65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6E63-3669-CA4C-8050-D5EF9301B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1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DCFD8-AE21-B7F8-FF51-A751FEA5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D158A-EA28-4CD3-40B7-82833B556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49738-7FD0-D6D9-EB88-BC667C6E1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39ED3-8E30-8DC5-D784-AA20E5629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647-4F85-9B49-A906-67AD28E3E41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62E4B-33FA-BB06-433F-7D1013313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5D9A0-9A00-8574-9E0A-8033360E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6E63-3669-CA4C-8050-D5EF9301B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19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02EE-3DBE-DC38-EBA2-F9728689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77CD9-B2EF-BB0D-493A-6A5C9A1FB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441A7-13B0-5DF6-2829-F3A015C2F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EF878-F3EB-40DB-B090-613FA67D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647-4F85-9B49-A906-67AD28E3E41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9DFBE-E983-504A-A815-5C3151B9B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E96E1-FCE4-61D0-6A79-6140E54E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6E63-3669-CA4C-8050-D5EF9301B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4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213F-BA55-E87D-0CC0-582C25B7E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BE83D-79E1-83F0-2254-D8E272F77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C92A6-6501-9E7C-64FF-EF7574854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647-4F85-9B49-A906-67AD28E3E41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662BB-C77D-9F99-2D9B-910EB92BE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41F73-B54F-CC93-CD0B-DF1F0299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6E63-3669-CA4C-8050-D5EF9301B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58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83EFAB-4F8E-B6F6-80A0-F0152115CC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594732-9A1D-5D9A-1BBF-2552FE659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DE52B-ADC6-2945-932A-8AC66E09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42647-4F85-9B49-A906-67AD28E3E41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1C067-5FE3-A7E7-FF70-90B928FD4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221F7-EB86-276B-7514-7DBAE1A4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26E63-3669-CA4C-8050-D5EF9301B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56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03D16B-DCE0-CD06-BB29-B00E44D0F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A70D2-E6B2-0AE6-C767-C9BB9DE4C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2D1FE-A6A0-19B5-D07E-7DA3CF51F4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42647-4F85-9B49-A906-67AD28E3E41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06EFC-5927-CFCB-31BE-4DEA5A654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D5AFD-C636-6214-FDDD-3A51F12B0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26E63-3669-CA4C-8050-D5EF9301B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51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683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C96B-BBE6-CD94-5FD5-925D5FD31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89BA20-92D0-A7CC-DAAC-275D637C3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188" y="0"/>
            <a:ext cx="3773623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D71677-63A5-3021-2027-C3F200225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179" y="0"/>
            <a:ext cx="4033024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188B15-A404-F55B-624E-B9BE34906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628650"/>
            <a:ext cx="5562600" cy="5600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155593-831B-5D21-A7A8-CBCA32F24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138" y="0"/>
            <a:ext cx="5549900" cy="6235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1665A6-BF0E-467C-092E-E7F0C04FBE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5570" y="0"/>
            <a:ext cx="4120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299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46FD-699C-7C86-18A0-03086974D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3819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1E45D-055A-8F03-0090-51D766EAE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225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29FF7-4575-A967-77AE-67E11AD92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333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24B41-B631-F930-05D0-0EF6B963A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717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5F92B-4A7D-8739-A6FD-DC5D952EF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697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01E74-77EE-E2B4-92D9-576F6C584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1E80B2-7C03-3C41-5E28-56EF34786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550" y="673100"/>
            <a:ext cx="6692900" cy="551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23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D42C3-5939-4D2D-5AF2-90400E212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C31030-8435-EEAE-3757-0C060A699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74950"/>
            <a:ext cx="5632342" cy="1192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33B22B-F2CA-7C56-AD4F-765066EF2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859" y="1732958"/>
            <a:ext cx="56261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6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521C4-58FD-4441-A521-E7BFF84A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705368-2371-E649-B1BC-29FE310AB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72373"/>
            <a:ext cx="7772400" cy="371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54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87219-D3AD-16E6-36E0-6B5414A28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F46C73-B9C7-FA85-88BD-6C26C9EEC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041" y="0"/>
            <a:ext cx="5187917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437405-559F-EF1E-8A9A-CA51F4B38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692" y="1584486"/>
            <a:ext cx="5334000" cy="393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1E81B1-1899-C88D-C8C6-10FBA603C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629" y="716581"/>
            <a:ext cx="5410200" cy="3937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32F8C1-28D0-25BA-2B5C-DD5704D743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350" y="514350"/>
            <a:ext cx="5321300" cy="5829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2CD791-BF33-40F8-1EB8-8A45ABA644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3450" y="2152650"/>
            <a:ext cx="5245100" cy="2552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9E01D5-95BC-5A8F-0899-E0BE52A953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0100" y="1555750"/>
            <a:ext cx="5511800" cy="3746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8F8606-D9C2-4E13-0D8A-D71B8573A8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6300" y="1816100"/>
            <a:ext cx="5359400" cy="3225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0754EA-5FCF-A7E6-AF44-1FAC53F4E2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4969" y="0"/>
            <a:ext cx="4242062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92C674-9330-7344-B7AF-7F7B452C60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5072" y="0"/>
            <a:ext cx="4821856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AD3B73-5E01-086A-5A82-A5CAB5CA38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7169" y="0"/>
            <a:ext cx="5937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05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7C985-667C-1FDC-A85F-9360DEEF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8B870D-5873-030B-51FA-2BA5E7ECD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20548"/>
            <a:ext cx="7772400" cy="34169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2FEA1A-503E-A6AC-5A5F-695F956B5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75582"/>
            <a:ext cx="7772400" cy="370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857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F73BF-45E9-C55E-9904-BDF1C21F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883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CAADE-0919-19A0-AAF5-FB01A4523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0788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8F23A-D6C9-B974-5B29-14986B854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9136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B03D0-4356-2EC2-0CF0-E414EB038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43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6334A-86B3-22A1-AE7D-C7360DB71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158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01AEF-A371-E722-25E7-03798061E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459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Macintosh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Rudolf Groetz</dc:creator>
  <cp:lastModifiedBy>Rudolf Groetz</cp:lastModifiedBy>
  <cp:revision>4</cp:revision>
  <dcterms:created xsi:type="dcterms:W3CDTF">2026-04-22T08:13:48Z</dcterms:created>
  <dcterms:modified xsi:type="dcterms:W3CDTF">2026-04-22T08:31:09Z</dcterms:modified>
</cp:coreProperties>
</file>